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Overview: Reinforce Python basics and environment use.
Students create notebook: Unit_I_Practice.ipynb.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Set expectations: attempt first, show solutions later verbally or from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Answer: Shows Python &amp; library versions or missing message.
If missing: Colab -&gt; !pip install numpy pandas; Local -&gt; pip install numpy pandas.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Two lines output. Reinforce f-string syntax.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Types: str, int, float, bool. Changing age to "21" makes it str.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Answers: 19,11,60,3.75,3,3,50625.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All True. Discuss short-circuit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ValueError for int("hello").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"Data Science" length 12; 'P', 'n'.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Simple personal profile; avoid input() in automated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28, 42, 3.14, 10 &amp; 3.
Mention banker’s rounding will matter for .5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Answer:
Python 2 (half-away-from-zero for positives): round(2.5) -&gt; 3.0 (float)
Python 3 (half-to-even, banker’s): round(2.5) -&gt; 2 (int)
Examples Python 3: round(3.5)=4, round(-2.5)=-2.
Purpose: Reduce cumulative bias. Demonstrate loop:
for n in [1.5,2.5,3.5,4.5]: print(round(n)) -&gt; 2,2,4,4.
Half-up via decimal:
from decimal import Decimal, ROUND_HALF_UP
Decimal('2.5').quantize(Decimal('1'), rounding=ROUND_HALF_UP) -&gt; Decimal('3')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BMI ≈ 22.99 Normal.
Categorization chain:
if bmi &lt; 18.5: Underweight
elif bmi &lt; 25: Normal
elif bmi &lt; 30: Overweight
else: Obese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Answer:
BMI = 72 / (1.78**2)
1.78**2 = 3.1684
72 / 3.1684 ≈ 22.7247 → round(...,2) = 22.72
Category: Normal (18.5 ≤ BMI &lt; 25)
Function example:
def bmi_info(weight, height):
    bmi = weight / (height ** 2)
    if bmi &lt; 18.5:
        cat = "Underweight"
    elif bmi &lt; 25:
        cat = "Normal"
    elif bmi &lt; 30:
        cat = "Overweight"
    else:
        cat = "Obese"
    return round(bmi, 2), cat
print(bmi_info(72, 1.78))  # (22.72, 'Normal')
Teaching point: Show rounding difference if using Decimal for exact.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Stress reproducibility &amp;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Mean GPA 3.6; Max age 22; Sort order D,B,A,C.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Fixes:
print("Age:", 21)
course = "Data Science"
name = "Sita"
print(name)
Errors: TypeError, keyword, indentation, NameError (case).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Answers: %, int("100"), float, / float division vs // floor division, type(),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Encourage reflection &amp; consistency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Close with motivational note about daily 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 - Practice Slides</dc:title>
  <dc:subject>Practical exercises for DSC 481 Unit I (Introduction to Data Science and Python)</dc:subject>
  <dc:creator>Created by Marp</dc:creator>
  <cp:lastModifiedBy>Created by Marp</cp:lastModifiedBy>
  <cp:revision>1</cp:revision>
  <dcterms:created xsi:type="dcterms:W3CDTF">2025-11-26T07:38:15Z</dcterms:created>
  <dcterms:modified xsi:type="dcterms:W3CDTF">2025-11-26T07:38:15Z</dcterms:modified>
</cp:coreProperties>
</file>