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Efficient summary of Unit II, then focused coverage of Unit III (new content). For lecture and lab in Colab/Jupyter.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Quick review — these should now be familiar! Ask warm-up questions (variable, print, assignment vs comparison).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Discuss the importance of clear syntax and Python's widespread use. Mention Zen of Python (import this) — fun for students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Live demo: try naming a variable `class` or `2nd`, show SyntaxError.
Encourage descriptive, readable names — makes code and teamwork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Unit III begins: Control Structures. Time to learn how programs "think" and "repeat"!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Announce new unit. Control structures allow Python to make decisions and repeat (core to programming!).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Change score in the demo. Indentation is essential — show a block error if spaces are missing!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Demo: several age values. Encourage students to predict output before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Demo: for-loop for simple counting, while-loop for repeated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Useful for filtering, early exit, skipping! Demo live, ask students what the printout will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Trace through the example step-by-step, asking students to follow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Assign these for hands-on work. Encourage students to tinker, try new conditions and loops!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Demo a bug and fix it live. Encourage students to ask about confusing error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Emphasize regular practice and coming with questions!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All links also posted to LMS or class Drive. Invite students to explore and test code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Wrap up, take any final questions, and preview next session (functions &amp; modules).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 &amp; III — Python Basics (Reminder) &amp; Control Structures</dc:title>
  <dc:subject>DSC 481 — Unit II: Python Programming Basics &amp; Operators recap, and Unit III: Control Structures</dc:subject>
  <dc:creator>Created by Marp</dc:creator>
  <cp:lastModifiedBy>Created by Marp</cp:lastModifiedBy>
  <cp:revision>1</cp:revision>
  <dcterms:created xsi:type="dcterms:W3CDTF">2025-12-01T00:50:18Z</dcterms:created>
  <dcterms:modified xsi:type="dcterms:W3CDTF">2025-12-01T00:50:18Z</dcterms:modified>
</cp:coreProperties>
</file>